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your hook (national day + birthday), then your name and the week. 5 slides, ~3 minutes total. Lead each slide with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Priorities = what's eating your time now. What's Ahead = upcoming events count as reporting even on a light week. Swap the bracketed lines weekly.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Preparedness numbers come straight from your website metrics. Update the bracketed recovery figures each week. Say the trend out loud: 'up from X to 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in the screenshot from the map tool. Colors match your pins: red completed, blue scheduled, green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story with an explicit lesson — don't make the team infer it. End on your closer quote/lyric.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0C4259"/>
          </a:solidFill>
          <a:ln w="12700">
            <a:solidFill>
              <a:srgbClr val="3D6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Disaster Division logo 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21208" y="1755648"/>
            <a:ext cx="118872" cy="118872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276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WAY OF SOUTHWEST VIRGINIA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Report-Out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21208" y="2926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&amp; Preparedness Division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Moore</a:t>
            </a:r>
            <a:pPr indent="0" marL="0">
              <a:buNone/>
            </a:pPr>
            <a:r>
              <a:rPr lang="en-US" sz="1600" dirty="0">
                <a:solidFill>
                  <a:srgbClr val="C9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Week of ____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 </a:t>
            </a:r>
            <a:pPr indent="0" marL="0">
              <a:buNone/>
            </a:pPr>
            <a:r>
              <a:rPr lang="en-US" sz="1300" i="1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day  ·  celebrity birthday  —  your hook for the week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03B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94" y="515722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Working On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02920" y="1234440"/>
            <a:ext cx="3931920" cy="3246120"/>
          </a:xfrm>
          <a:prstGeom prst="roundRect">
            <a:avLst>
              <a:gd name="adj" fmla="val 2535"/>
            </a:avLst>
          </a:prstGeom>
          <a:solidFill>
            <a:srgbClr val="EEF3F7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AE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rgbClr val="00519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92" y="155521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25296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Priorities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49808" y="2011680"/>
            <a:ext cx="3474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priority — what's taking most of your time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active project or workstream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partnership, grant task, or program build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new the team should know about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709160" y="1234440"/>
            <a:ext cx="3931920" cy="3246120"/>
          </a:xfrm>
          <a:prstGeom prst="roundRect">
            <a:avLst>
              <a:gd name="adj" fmla="val 2535"/>
            </a:avLst>
          </a:prstGeom>
          <a:solidFill>
            <a:srgbClr val="EEF3F7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AE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37760" y="1463040"/>
            <a:ext cx="384048" cy="384048"/>
          </a:xfrm>
          <a:prstGeom prst="ellipse">
            <a:avLst/>
          </a:prstGeom>
          <a:solidFill>
            <a:srgbClr val="00519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932" y="1555212"/>
            <a:ext cx="199705" cy="1997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31536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Ahead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956048" y="2011680"/>
            <a:ext cx="3474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— community event / training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— community event / outreach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— all-staff training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deadline or milestone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02920" y="480974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Way of Southwest Virginia  ·  Disaster Recovery &amp; Preparedness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355080" y="4809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____</a:t>
            </a:r>
            <a:pPr algn="r" indent="0" marL="0">
              <a:buNone/>
            </a:pPr>
            <a:r>
              <a:rPr lang="en-US" sz="900" b="1" dirty="0">
                <a:solidFill>
                  <a:srgbClr val="539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03B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94" y="515722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0292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EEF3F7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AE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6276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576072" y="2212848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delivered (of 25)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14600" y="150876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EEF3F7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AE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14600" y="16276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2587752" y="2212848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trained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26280" y="150876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EEF3F7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AE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26280" y="16276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4.86 / 5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4599432" y="2212848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37960" y="1508760"/>
            <a:ext cx="1874520" cy="1188720"/>
          </a:xfrm>
          <a:prstGeom prst="roundRect">
            <a:avLst>
              <a:gd name="adj" fmla="val 6923"/>
            </a:avLst>
          </a:prstGeom>
          <a:solidFill>
            <a:srgbClr val="EEF3F7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AE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37960" y="16276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100" dirty="0"/>
          </a:p>
        </p:txBody>
      </p:sp>
      <p:sp>
        <p:nvSpPr>
          <p:cNvPr id="17" name="Text 14"/>
          <p:cNvSpPr/>
          <p:nvPr/>
        </p:nvSpPr>
        <p:spPr>
          <a:xfrm>
            <a:off x="6611112" y="2212848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increased prep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2907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5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 (DISASTER CASE MANAGEMENT)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" y="324612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EEF3F7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AE">
                <a:alpha val="2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02920" y="33649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[ 8 ]</a:t>
            </a:r>
            <a:endParaRPr lang="en-US" sz="3100" dirty="0"/>
          </a:p>
        </p:txBody>
      </p:sp>
      <p:sp>
        <p:nvSpPr>
          <p:cNvPr id="21" name="Text 18"/>
          <p:cNvSpPr/>
          <p:nvPr/>
        </p:nvSpPr>
        <p:spPr>
          <a:xfrm>
            <a:off x="594360" y="39502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cases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154680" y="324612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EEF3F7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AE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154680" y="33649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[ 3 ]</a:t>
            </a:r>
            <a:endParaRPr lang="en-US" sz="3100" dirty="0"/>
          </a:p>
        </p:txBody>
      </p:sp>
      <p:sp>
        <p:nvSpPr>
          <p:cNvPr id="24" name="Text 21"/>
          <p:cNvSpPr/>
          <p:nvPr/>
        </p:nvSpPr>
        <p:spPr>
          <a:xfrm>
            <a:off x="3246120" y="39502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intakes this week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806440" y="324612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EEF3F7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AE">
                <a:alpha val="2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806440" y="33649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[ 12 ]</a:t>
            </a:r>
            <a:endParaRPr lang="en-US" sz="3100" dirty="0"/>
          </a:p>
        </p:txBody>
      </p:sp>
      <p:sp>
        <p:nvSpPr>
          <p:cNvPr id="27" name="Text 24"/>
          <p:cNvSpPr/>
          <p:nvPr/>
        </p:nvSpPr>
        <p:spPr>
          <a:xfrm>
            <a:off x="5897880" y="39502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made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2920" y="480974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Way of Southwest Virginia  ·  Disaster Recovery &amp; Preparedness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55080" y="4809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____</a:t>
            </a:r>
            <a:pPr algn="r" indent="0" marL="0">
              <a:buNone/>
            </a:pPr>
            <a:r>
              <a:rPr lang="en-US" sz="900" b="1" dirty="0">
                <a:solidFill>
                  <a:srgbClr val="539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03B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94" y="515722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Working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188720" y="896112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event coverage across our 21 localities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7863840" cy="2788920"/>
          </a:xfrm>
          <a:prstGeom prst="roundRect">
            <a:avLst>
              <a:gd name="adj" fmla="val 1967"/>
            </a:avLst>
          </a:prstGeom>
          <a:solidFill>
            <a:srgbClr val="F4F8FB"/>
          </a:solidFill>
          <a:ln w="15875">
            <a:solidFill>
              <a:srgbClr val="B9CEDD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service-area map screenshot here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9077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PNG or screenshot the live map tool, then drop the image in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331720" y="4370832"/>
            <a:ext cx="146304" cy="146304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10" name="Text 7"/>
          <p:cNvSpPr/>
          <p:nvPr/>
        </p:nvSpPr>
        <p:spPr>
          <a:xfrm>
            <a:off x="2532888" y="4297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931920" y="4370832"/>
            <a:ext cx="146304" cy="146304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2" name="Text 9"/>
          <p:cNvSpPr/>
          <p:nvPr/>
        </p:nvSpPr>
        <p:spPr>
          <a:xfrm>
            <a:off x="4133088" y="4297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532120" y="4370832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1"/>
          <p:cNvSpPr/>
          <p:nvPr/>
        </p:nvSpPr>
        <p:spPr>
          <a:xfrm>
            <a:off x="5733288" y="4297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480974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Way of Southwest Virginia  ·  Disaster Recovery &amp; Preparedness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55080" y="4809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____</a:t>
            </a:r>
            <a:pPr algn="r" indent="0" marL="0">
              <a:buNone/>
            </a:pPr>
            <a:r>
              <a:rPr lang="en-US" sz="900" b="1" dirty="0">
                <a:solidFill>
                  <a:srgbClr val="539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0" cy="548640"/>
          </a:xfrm>
          <a:prstGeom prst="ellipse">
            <a:avLst/>
          </a:prstGeom>
          <a:solidFill>
            <a:srgbClr val="003B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94" y="515722"/>
            <a:ext cx="285293" cy="285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Moment &amp; The Ask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02920" y="1234440"/>
            <a:ext cx="3931920" cy="2788920"/>
          </a:xfrm>
          <a:prstGeom prst="roundRect">
            <a:avLst>
              <a:gd name="adj" fmla="val 2951"/>
            </a:avLst>
          </a:prstGeom>
          <a:solidFill>
            <a:srgbClr val="EEF3F7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AE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rgbClr val="E4002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92" y="155521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25296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Moment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49808" y="2011680"/>
            <a:ext cx="3456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 from this week — a participant, partner, or moment that shows why the work matters.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49808" y="3310128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</a:t>
            </a:r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the team should take away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09160" y="1234440"/>
            <a:ext cx="3931920" cy="2788920"/>
          </a:xfrm>
          <a:prstGeom prst="roundRect">
            <a:avLst>
              <a:gd name="adj" fmla="val 2951"/>
            </a:avLst>
          </a:prstGeom>
          <a:solidFill>
            <a:srgbClr val="EEF3F7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8AA0AE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37760" y="1463040"/>
            <a:ext cx="384048" cy="384048"/>
          </a:xfrm>
          <a:prstGeom prst="ellipse">
            <a:avLst/>
          </a:prstGeom>
          <a:solidFill>
            <a:srgbClr val="00519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932" y="1555212"/>
            <a:ext cx="199705" cy="1997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31536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Team Can Help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956048" y="2011680"/>
            <a:ext cx="34564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volunteer need for an upcoming event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or connection that would help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cross-department hand-off or shared resource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21208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  </a:t>
            </a:r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quote or lyric you want to leave the room 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2920" y="480974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Way of Southwest Virginia  ·  Disaster Recovery &amp; Preparedness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355080" y="4809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____</a:t>
            </a:r>
            <a:pPr algn="r" indent="0" marL="0">
              <a:buNone/>
            </a:pPr>
            <a:r>
              <a:rPr lang="en-US" sz="900" b="1" dirty="0">
                <a:solidFill>
                  <a:srgbClr val="539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UWSWVA Disaster Recovery — Weekly Report-Out</dc:title>
  <dc:subject>PptxGenJS Presentation</dc:subject>
  <dc:creator>Joseph Moore</dc:creator>
  <cp:lastModifiedBy>Joseph Moore</cp:lastModifiedBy>
  <cp:revision>1</cp:revision>
  <dcterms:created xsi:type="dcterms:W3CDTF">2026-06-19T16:39:08Z</dcterms:created>
  <dcterms:modified xsi:type="dcterms:W3CDTF">2026-06-19T16:39:08Z</dcterms:modified>
</cp:coreProperties>
</file>